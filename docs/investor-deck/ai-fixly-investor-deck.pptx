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b="1" dirty="0">
                <a:solidFill>
                  <a:srgbClr val="101B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fixly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Uber for home services.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problem. </a:t>
            </a:r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matches the pro. </a:t>
            </a:r>
            <a:pPr algn="ctr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arrive in minutes.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0" y="3474720"/>
            <a:ext cx="91440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 handyman is broken.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experience has not changed in 20 years.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256032" cy="25603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9961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Phone roulette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5 pros. 3 ignore you. 2 "call back later".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56032" cy="25603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21284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1305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Opaque pricing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4048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price until the pro is at your door.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953512"/>
            <a:ext cx="256032" cy="25603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92608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2843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Wasted trips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11810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 shows up, cannot do the job, charges a fee.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666744"/>
            <a:ext cx="256032" cy="25603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639312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35570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trust signal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383133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Ratings? Good luck. You pick whoever picks up.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0" y="1417320"/>
            <a:ext cx="3200400" cy="2926080"/>
          </a:xfrm>
          <a:prstGeom prst="roundRect">
            <a:avLst>
              <a:gd name="adj" fmla="val 468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0" y="16459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8000" dirty="0"/>
          </a:p>
        </p:txBody>
      </p:sp>
      <p:sp>
        <p:nvSpPr>
          <p:cNvPr id="22" name="Text 20"/>
          <p:cNvSpPr/>
          <p:nvPr/>
        </p:nvSpPr>
        <p:spPr>
          <a:xfrm>
            <a:off x="5486400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Israelis delay home repairs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3200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finding a reliable pro is too annoying.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3931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research, n=210, 2025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tap. No forms. We do the rest.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middleman — the customer never fills in a category.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57784" y="1289304"/>
            <a:ext cx="1693469" cy="3364992"/>
          </a:xfrm>
          <a:prstGeom prst="roundRect">
            <a:avLst>
              <a:gd name="adj" fmla="val 11879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5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71600"/>
            <a:ext cx="1528877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46304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70916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friction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709160" y="18470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+ two words. That's the whole form.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0" y="246888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70916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understands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709160" y="28529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reads the image, classifies the problem, picks the right pros.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14800" y="347472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1480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70916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Quotes in minutes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709160" y="385876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broadcast reaches 10+ local pros in 60 seconds.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side: three screens, done.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4904" y="1197864"/>
            <a:ext cx="1693469" cy="3364992"/>
          </a:xfrm>
          <a:prstGeom prst="roundRect">
            <a:avLst>
              <a:gd name="adj" fmla="val 11879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4" name="Image 0" descr="C:\Users\roeea\OneDrive\Documents\Github\ai-fixly\.claude\worktrees\agitated-zhukovsky-10d815\docs\screenshots\mock-captur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1528877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" y="4709160"/>
            <a:ext cx="207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Snap + describe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725164" y="1197864"/>
            <a:ext cx="1693469" cy="3364992"/>
          </a:xfrm>
          <a:prstGeom prst="roundRect">
            <a:avLst>
              <a:gd name="adj" fmla="val 11879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7" name="Image 1" descr="C:\Users\roeea\OneDrive\Documents\Github\ai-fixly\.claude\worktrees\agitated-zhukovsky-10d815\docs\screenshots\mock-confirm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07460" y="1280160"/>
            <a:ext cx="1528877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533140" y="4709160"/>
            <a:ext cx="207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Review AI summary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075424" y="1197864"/>
            <a:ext cx="1693469" cy="3364992"/>
          </a:xfrm>
          <a:prstGeom prst="roundRect">
            <a:avLst>
              <a:gd name="adj" fmla="val 11879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10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57720" y="1280160"/>
            <a:ext cx="1528877" cy="3200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883400" y="4709160"/>
            <a:ext cx="207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Compare quotes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Provider side: just WhatsApp.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to install. No website to log in to. Zero onboarding cost.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9224" y="1289304"/>
            <a:ext cx="1693469" cy="3364992"/>
          </a:xfrm>
          <a:prstGeom prst="roundRect">
            <a:avLst>
              <a:gd name="adj" fmla="val 11879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5" name="Image 0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1528877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06240" y="1463040"/>
            <a:ext cx="73152" cy="548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34840" y="1463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DM them the job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34840" y="1755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short AI summary, one-tap "Quote" link.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2212848"/>
            <a:ext cx="73152" cy="548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22128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reply with a price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3484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web form — either works.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06240" y="2962656"/>
            <a:ext cx="73152" cy="548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34840" y="296265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parse &amp; anonymise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552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sees "pro #1 — 350₪ — tomorrow 10am".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06240" y="3712464"/>
            <a:ext cx="73152" cy="548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34840" y="371246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Picked? We reveal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434840" y="40050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get each other's contact, not before.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product, shipped.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below is running in production on Android / iOS / Web.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7490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5" name="Image 0" descr="C:\Users\roeea\OneDrive\Documents\Github\ai-fixly\.claude\worktrees\agitated-zhukovsky-10d815\docs\screenshots\mock-home-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091794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0238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8" name="Image 1" descr="C:\Users\roeea\OneDrive\Documents\Github\ai-fixly\.claude\worktrees\agitated-zhukovsky-10d815\docs\screenshots\mock-my-requests-h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884680" y="1371600"/>
            <a:ext cx="1091794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180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requests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22986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11" name="Image 2" descr="C:\Users\roeea\OneDrive\Documents\Github\ai-fixly\.claude\worktrees\agitated-zhukovsky-10d815\docs\screenshots\mock-request-details-h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312160" y="1371600"/>
            <a:ext cx="1091794" cy="2286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12928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65734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14" name="Image 3" descr="C:\Users\roeea\OneDrive\Documents\Github\ai-fixly\.claude\worktrees\agitated-zhukovsky-10d815\docs\screenshots\mock-selected-h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39640" y="1371600"/>
            <a:ext cx="1091794" cy="22860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55676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pro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08482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17" name="Image 4" descr="C:\Users\roeea\OneDrive\Documents\Github\ai-fixly\.claude\worktrees\agitated-zhukovsky-10d815\docs\screenshots\mock-whatsapp-msg-h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67120" y="1371600"/>
            <a:ext cx="1091794" cy="22860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98424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DM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7512304" y="1289304"/>
            <a:ext cx="1256386" cy="2450592"/>
          </a:xfrm>
          <a:prstGeom prst="roundRect">
            <a:avLst>
              <a:gd name="adj" fmla="val 16012"/>
            </a:avLst>
          </a:prstGeom>
          <a:solidFill>
            <a:srgbClr val="000000"/>
          </a:solidFill>
          <a:ln w="12700">
            <a:solidFill>
              <a:srgbClr val="1F293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pic>
        <p:nvPicPr>
          <p:cNvPr id="20" name="Image 5" descr="C:\Users\roeea\OneDrive\Documents\Github\ai-fixly\.claude\worktrees\agitated-zhukovsky-10d815\docs\screenshots\mock-provider-quote-h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94600" y="1371600"/>
            <a:ext cx="1091794" cy="22860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411720" y="3794760"/>
            <a:ext cx="145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quote form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it's built.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edge-first, zero infra overhead.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9144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270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— multimodal (image + text).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417320"/>
            <a:ext cx="731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5270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828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WhatsApp Business API for every pro touch.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14600"/>
            <a:ext cx="73152" cy="9144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624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Broker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2926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(edge) — Places search, broadcast, webhooks.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1460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514600"/>
            <a:ext cx="73152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2624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83480" y="2926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 + Storage.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611880"/>
            <a:ext cx="73152" cy="9144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7216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Router, shared web app via Pages.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11880"/>
            <a:ext cx="39319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3611880"/>
            <a:ext cx="73152" cy="9144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7216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8348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event-sourcing, Sentry, admin dashboard.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win.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unfair advantages over every existing player.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provider app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competitor asks pros to install, sign up, log in. We use the one app they already open 50× a day.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6916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classifies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7784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don't pick a category. We read the photo and route. Lower drop-off, better matches.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200400"/>
            <a:ext cx="548640" cy="5486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182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Anonymous quotes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compete on price &amp; availability, not on who's fastest to grab the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20040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182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Middle layer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77840" y="35204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own the flow end-to-end. No copy-paste from ZAP to WhatsApp. No leaks, no fraud.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keeps us up at night.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risks — and how we mitigate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173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Provider liquidity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41732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city by city. Manual seeding of first 50 pros in each area.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82296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84248"/>
            <a:ext cx="73152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842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policy risk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49040" y="1984248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pre-approved by Meta. Opt-out baked into every message.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51176"/>
            <a:ext cx="8229600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51176"/>
            <a:ext cx="73152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511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Take-rate acceptance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2551176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pros at launch — monetise only after we've delivered jobs.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82296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118104"/>
            <a:ext cx="73152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1181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misclassification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311810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gate for low-confidence matches.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685032"/>
            <a:ext cx="8229600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685032"/>
            <a:ext cx="73152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685032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Low-trust category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49040" y="3685032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+ verified ID for every pro, enforced before detail reveal.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Israeli home services — then the Mediterranean.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486400" cy="3017520"/>
          </a:xfrm>
          <a:prstGeom prst="roundRect">
            <a:avLst>
              <a:gd name="adj" fmla="val 3030"/>
            </a:avLst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920240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237744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0" y="1600200"/>
            <a:ext cx="274320" cy="274320"/>
          </a:xfrm>
          <a:prstGeom prst="ellipse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 — $4.2B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19019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home-services spend (annual)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675120" y="2468880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423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 — $1.1B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27706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Small-ticket jobs &lt; 2000₪ (60% of urban)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3337560"/>
            <a:ext cx="274320" cy="27432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 — $85M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3639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capture in Gush Dan + Sharon by Y3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path: IL → Cyprus → Greece → Portugal. Same labour shortage, same WhatsApp culture.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 to customers. Pros pay only when they get paid.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926080" cy="3017520"/>
          </a:xfrm>
          <a:prstGeom prst="roundRect">
            <a:avLst>
              <a:gd name="adj" fmla="val 468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 on closed jobs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by provider. Only when the customer confirms the job was done.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463040"/>
            <a:ext cx="502920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94760" y="1463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ticket size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20840" y="14630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420 ₪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1901952"/>
            <a:ext cx="50292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19019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job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20840" y="19019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₪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0" y="2340864"/>
            <a:ext cx="502920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4760" y="2340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(AI + WA)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20840" y="234086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₪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0" y="2779776"/>
            <a:ext cx="50292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4760" y="27797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0840" y="27797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 ₪  (94%)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0" y="3218688"/>
            <a:ext cx="502920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32186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(early)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32186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₪ / first order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0" y="3657600"/>
            <a:ext cx="50292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4760" y="3657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2084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successful job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else is in this space?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win on the axes that actually matter.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ai-fixly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ZAP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Fixer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Yellow / phone tree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friction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+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roulette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onboarding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signup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install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(organic)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categorisation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Anonymous quotes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bid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30–60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Hours/days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we've already built.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Shipped. Live. Running end-to-end in production.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live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+ provider + admin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417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1460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Hebrew-first, EN / AR / RU ready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417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6344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 updates shipped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772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Update, in-market iterations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137160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766560" y="2240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observability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084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traced end-to-end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154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Firestore sync + offline queue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3154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Cloudflare Worker broker (Twilio, Places, Gemini)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387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dashboard: requests, providers, alerts, funnel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63440" y="35387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EAS builds + OTA updates shipping weekly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Twilio interactive WhatsApp templates (approved)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63440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Public SEO pages for discovery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01B44"/>
          </a:solidFill>
          <a:ln w="12700">
            <a:solidFill>
              <a:srgbClr val="101B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8874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ai-fixly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874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101B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fixly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91440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 seed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runway.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91440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97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Gush Dan pilot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first jobs, 200 paying pros.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91440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5661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Sharon + Haifa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city per quarter after PMF.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roee@ai-fixly.com  ·  ai-fixly-web.pages.dev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ai-fixly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ai-fixly — Investor Deck</dc:title>
  <dc:subject>Investor deck: product, market, traction, ask</dc:subject>
  <dc:creator>ai-fixly</dc:creator>
  <cp:lastModifiedBy>ai-fixly</cp:lastModifiedBy>
  <cp:revision>1</cp:revision>
  <dcterms:created xsi:type="dcterms:W3CDTF">2026-04-24T18:34:39Z</dcterms:created>
  <dcterms:modified xsi:type="dcterms:W3CDTF">2026-04-24T18:34:39Z</dcterms:modified>
</cp:coreProperties>
</file>