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63040"/>
            <a:ext cx="9144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b="1" spc="-600" kern="0" dirty="0">
                <a:solidFill>
                  <a:srgbClr val="2D2F6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fixly</a:t>
            </a:r>
            <a:endParaRPr lang="en-US" sz="26000" dirty="0"/>
          </a:p>
        </p:txBody>
      </p:sp>
      <p:sp>
        <p:nvSpPr>
          <p:cNvPr id="3" name="Shape 1"/>
          <p:cNvSpPr/>
          <p:nvPr/>
        </p:nvSpPr>
        <p:spPr>
          <a:xfrm>
            <a:off x="7498080" y="457200"/>
            <a:ext cx="10972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0" y="502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4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האובר של תיקוני הבית.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צלם. </a:t>
            </a:r>
            <a:pPr algn="ctr" indent="0" marL="0">
              <a:buNone/>
            </a:pPr>
            <a:r>
              <a:rPr lang="en-US" sz="17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מוצא את בעל המקצוע. </a:t>
            </a:r>
            <a:pPr algn="ctr" indent="0" marL="0">
              <a:buNone/>
            </a:pPr>
            <a:r>
              <a:rPr lang="en-US" sz="1700" b="1" dirty="0">
                <a:solidFill>
                  <a:srgbClr val="E5B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הצעות מחיר תוך דקות.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297680" y="3749040"/>
            <a:ext cx="548640" cy="36576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spc="300" kern="0" dirty="0">
                <a:solidFill>
                  <a:srgbClr val="94A3B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מצגת משקיעים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למצוא בעל מקצוע — עדיין נוראי.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השתנה כלום ב-20 שנה.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0" y="1645920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1618488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טלפון-רולטה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0" y="18653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מתקשרים ל-5, 3 לא עונים, 2 "אחזור אליך" ונעלמו.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21040" y="2359152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331720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2267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מחיר מעורפל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0" y="257860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מחיר עד שבעל המקצוע בדלת, ואז מאוחר מדי.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21040" y="3072384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044952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0" y="2980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טיולי סרק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0" y="329184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 המקצוע מגיע, לא יכול לטפל, גובה דמי קריאה.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321040" y="3785616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3758184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0" y="3694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אין סיגנל אמון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89120" y="400507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דירוג? ביקורות? שום דבר. בוחרים את מי שעונה.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1554480"/>
            <a:ext cx="3657600" cy="2834640"/>
          </a:xfrm>
          <a:prstGeom prst="roundRect">
            <a:avLst>
              <a:gd name="adj" fmla="val 5806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69164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73%</a:t>
            </a:r>
            <a:endParaRPr lang="en-US" sz="9600" dirty="0"/>
          </a:p>
        </p:txBody>
      </p:sp>
      <p:sp>
        <p:nvSpPr>
          <p:cNvPr id="24" name="Text 22"/>
          <p:cNvSpPr/>
          <p:nvPr/>
        </p:nvSpPr>
        <p:spPr>
          <a:xfrm>
            <a:off x="45720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מהישראלים דוחים תיקונים בבית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i="1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למצוא בעל מקצוע אמין זה פשוט מעצבן מדי.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מחקר פנימי · n=210 · 2025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לחיצה אחת. אפס טפסים.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הוא המתווך — הלקוח לא בוחר קטגוריה בעצמו.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3328" y="1527048"/>
            <a:ext cx="1544422" cy="3072384"/>
          </a:xfrm>
          <a:prstGeom prst="roundRect">
            <a:avLst>
              <a:gd name="adj" fmla="val 13025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7" name="Image 0" descr="C:\Users\roeea\OneDrive\Documents\Github\ai-fixly\.claude\worktrees\agitated-zhukovsky-10d815\docs\screenshots\mock-hom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1398118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20640" y="1691640"/>
            <a:ext cx="548640" cy="54864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2064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5720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אפס חיכוך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7200" y="21031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 + שתי מילים. זה כל הטופס.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120640" y="2651760"/>
            <a:ext cx="548640" cy="548640"/>
          </a:xfrm>
          <a:prstGeom prst="ellipse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7200" y="2651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ה-AI מבין לבד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57200" y="30632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קורא את התמונה, מבין את הבעיה, מוצא את המקצועות הרלוונטיים.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120640" y="3611880"/>
            <a:ext cx="548640" cy="548640"/>
          </a:xfrm>
          <a:prstGeom prst="ellipse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20640" y="3593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5720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הצעות תוך דקות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57200" y="40233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שליחת ואטספ ל-10+ בעלי מקצוע מקומיים ב-60 שניות.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צד הלקוח: שלושה מסכים, זהו.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1344168"/>
            <a:ext cx="1588313" cy="3163824"/>
          </a:xfrm>
          <a:prstGeom prst="roundRect">
            <a:avLst>
              <a:gd name="adj" fmla="val 12666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6" name="Image 0" descr="C:\Users\roeea\OneDrive\Documents\Github\ai-fixly\.claude\worktrees\agitated-zhukovsky-10d815\docs\screenshots\mock-captur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1442009" cy="3017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" y="4709160"/>
            <a:ext cx="2173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 · צלם + תאר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777996" y="1344168"/>
            <a:ext cx="1588313" cy="3163824"/>
          </a:xfrm>
          <a:prstGeom prst="roundRect">
            <a:avLst>
              <a:gd name="adj" fmla="val 12666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9" name="Image 1" descr="C:\Users\roeea\OneDrive\Documents\Github\ai-fixly\.claude\worktrees\agitated-zhukovsky-10d815\docs\screenshots\mock-confirm-h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51148" y="1417320"/>
            <a:ext cx="1442009" cy="3017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85388" y="4709160"/>
            <a:ext cx="2173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2 · אשר את ה-AI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171944" y="1344168"/>
            <a:ext cx="1588313" cy="3163824"/>
          </a:xfrm>
          <a:prstGeom prst="roundRect">
            <a:avLst>
              <a:gd name="adj" fmla="val 12666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2" name="Image 2" descr="C:\Users\roeea\OneDrive\Documents\Github\ai-fixly\.claude\worktrees\agitated-zhukovsky-10d815\docs\screenshots\mock-request-details-h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245096" y="1417320"/>
            <a:ext cx="1442009" cy="30175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879336" y="4709160"/>
            <a:ext cx="2173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3 · השווה הצעות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צד בעל המקצוע: פשוט ואטספ.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אפליקציה להתקין. אין אתר להתחבר אליו. אפס עלות הצטרפות.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3328" y="1527048"/>
            <a:ext cx="1544422" cy="3072384"/>
          </a:xfrm>
          <a:prstGeom prst="roundRect">
            <a:avLst>
              <a:gd name="adj" fmla="val 13025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7" name="Image 0" descr="C:\Users\roeea\OneDrive\Documents\Github\ai-fixly\.claude\worktrees\agitated-zhukovsky-10d815\docs\screenshots\mock-whatsapp-msg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1398118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00200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56048" y="1600200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645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שולחים DM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19110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תמונות, סיכום AI קצר, לינק "הצע מחיר".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350008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56048" y="2350008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הם עונים במחיר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0080" y="26609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לוחצים על הטופס האינטרנטי — שניהם עובדים.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099816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956048" y="3099816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1455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אנחנו מפרקים + מסננים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34107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רואה "בעל מקצוע 1 · 350₪ · מחר 10:00".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849624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956048" y="3849624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8953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נבחרת? חושפים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40080" y="4160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הצדדים מקבלים פרטי קשר, לא לפני.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המוצר חי בפרודקשן.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המסכים רצים כרגע על iOS / אנדרואיד / Web.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7" name="Image 0" descr="C:\Users\roeea\OneDrive\Documents\Github\ai-fixly\.claude\worktrees\agitated-zhukovsky-10d815\docs\screenshots\mock-hom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08760"/>
            <a:ext cx="1091794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בית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81152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C:\Users\roeea\OneDrive\Documents\Github\ai-fixly\.claude\worktrees\agitated-zhukovsky-10d815\docs\screenshots\mock-my-requests-h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884680" y="1508760"/>
            <a:ext cx="1091794" cy="2286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5608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הקריאות שלי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23900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3" name="Image 2" descr="C:\Users\roeea\OneDrive\Documents\Github\ai-fixly\.claude\worktrees\agitated-zhukovsky-10d815\docs\screenshots\mock-request-details-h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312160" y="1508760"/>
            <a:ext cx="1091794" cy="2286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08356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הצעות חיות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66648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6" name="Image 3" descr="C:\Users\roeea\OneDrive\Documents\Github\ai-fixly\.claude\worktrees\agitated-zhukovsky-10d815\docs\screenshots\mock-selected-h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39640" y="1508760"/>
            <a:ext cx="1091794" cy="22860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51104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בעל המקצוע הנבחר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09396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9" name="Image 4" descr="C:\Users\roeea\OneDrive\Documents\Github\ai-fixly\.claude\worktrees\agitated-zhukovsky-10d815\docs\screenshots\mock-whatsapp-msg-h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67120" y="1508760"/>
            <a:ext cx="1091794" cy="22860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93852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ואטספ לבעל המקצוע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752144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22" name="Image 5" descr="C:\Users\roeea\OneDrive\Documents\Github\ai-fixly\.claude\worktrees\agitated-zhukovsky-10d815\docs\screenshots\mock-provider-quote-h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594600" y="1508760"/>
            <a:ext cx="1091794" cy="22860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36600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טופס הצעת מחיר</a:t>
            </a:r>
            <a:endParaRPr lang="en-US" sz="1050" dirty="0"/>
          </a:p>
        </p:txBody>
      </p:sp>
      <p:sp>
        <p:nvSpPr>
          <p:cNvPr id="24" name="Shape 1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6" name="Text 18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איך זה בנוי.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Serverless, edge-first, אפס overhead תפעולי.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15968" y="1600200"/>
            <a:ext cx="73152" cy="96012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09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2.5 Flash — מולטי-מודאלי (תמונה + טקסט).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600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13648" y="1600200"/>
            <a:ext cx="73152" cy="9601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709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הודעות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2039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Twilio WhatsApp Business API לכל אינטראקציה עם בעלי מקצוע.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15968" y="2743200"/>
            <a:ext cx="73152" cy="960120"/>
          </a:xfrm>
          <a:prstGeom prst="rect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852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Broker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Workers (edge) — חיפוש Places, שידור, webhooks.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743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13648" y="2743200"/>
            <a:ext cx="73152" cy="960120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852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נתונים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8348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Firestore + Auth + Storage.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15968" y="3886200"/>
            <a:ext cx="73152" cy="960120"/>
          </a:xfrm>
          <a:prstGeom prst="rect">
            <a:avLst/>
          </a:prstGeom>
          <a:solidFill>
            <a:srgbClr val="2D2F6E"/>
          </a:solidFill>
          <a:ln w="12700">
            <a:solidFill>
              <a:srgbClr val="2D2F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995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קליינט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4325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 + Expo Router, אותה אפליקציה גם ל-Web.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886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13648" y="3886200"/>
            <a:ext cx="73152" cy="9601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3995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אובזרבביליות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983480" y="4325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Event-sourcing ב-Firestore, Sentry, דשבורד ניהולי.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היתרון שלנו.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המתחרים לא יכולים להעתיק את זה בחצי שנה.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15968" y="1554480"/>
            <a:ext cx="73152" cy="132588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0" y="1828800"/>
            <a:ext cx="502920" cy="5029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0136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אין אפליקציה לבעל מקצוע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22128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מתחרה דורש מבעלי המקצוע להתקין, להירשם, להתחבר. אנחנו משתמשים באפליקציה שהם כבר פותחים 50 פעמים ביום.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22208" y="1554480"/>
            <a:ext cx="73152" cy="132588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0" y="1828800"/>
            <a:ext cx="502920" cy="502920"/>
          </a:xfrm>
          <a:prstGeom prst="ellipse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180136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ה-AI מסווג במקום הלקוח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92040" y="22128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לא בוחר קטגוריה. אנחנו קוראים את התמונה ומנתבים. פחות נטישה, התאמה טובה יותר.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15968" y="3063240"/>
            <a:ext cx="73152" cy="1325880"/>
          </a:xfrm>
          <a:prstGeom prst="rect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6160" y="3337560"/>
            <a:ext cx="502920" cy="502920"/>
          </a:xfrm>
          <a:prstGeom prst="ellipse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3101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3337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הצעות אנונימיות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72160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בעלי מקצוע מתחרים על מחיר וזמינות, לא על מי הכי מהיר להרים טלפון.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06324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22208" y="3063240"/>
            <a:ext cx="73152" cy="1325880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0" y="3337560"/>
            <a:ext cx="502920" cy="502920"/>
          </a:xfrm>
          <a:prstGeom prst="ellipse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33101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892040" y="3337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אנחנו השכבה האמצעית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92040" y="372160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בעלות על הזרימה end-to-end. בלי העתק-הדבק מ-ZAP לוואטספ. בלי דליפות ובלי הונאות.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מה לא מרדים אותנו בלילה.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הסיכונים — ואיך אנחנו מנטרלים אותם.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13648" y="1554480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נזילות בעלי מקצוע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עיר-אחרי-עיר. זריעה ידנית של 50 הראשונים בכל אזור.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8229600" cy="457200"/>
          </a:xfrm>
          <a:prstGeom prst="rect">
            <a:avLst/>
          </a:prstGeom>
          <a:solidFill>
            <a:srgbClr val="FBFA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3648" y="2084832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20848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מדיניות WhatsApp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208483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תבנית הודעה מאושרת מראש ע"י Meta. Opt-out מובנה בכל הודעה.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15184"/>
            <a:ext cx="8229600" cy="457200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13648" y="2615184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615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קבלת אחוז העמלה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26151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חינם לבעלי מקצוע בהשקה — מונטיזציה רק אחרי שהבאנו להם עבודות.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8229600" cy="457200"/>
          </a:xfrm>
          <a:prstGeom prst="rect">
            <a:avLst/>
          </a:prstGeom>
          <a:solidFill>
            <a:srgbClr val="FBFA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13648" y="3145536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31455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טעויות סיווג של 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1455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שער human-in-the-loop לסיווגים בוודאות נמוכה.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75888"/>
            <a:ext cx="8229600" cy="457200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13648" y="3675888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6758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קטגוריה עם אמון נמוך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" y="36758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דירוגים + אימות זהות לכל בעל מקצוע, נאכף לפני חשיפת פרטים.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השוק.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 תיקוני בית בישראל — ואז הים התיכון.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46320" y="1600200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0A0B2E"/>
          </a:solidFill>
          <a:ln w="12700">
            <a:solidFill>
              <a:srgbClr val="0A0B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2011680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42316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764792"/>
            <a:ext cx="292608" cy="292608"/>
          </a:xfrm>
          <a:prstGeom prst="ellipse">
            <a:avLst/>
          </a:prstGeom>
          <a:solidFill>
            <a:srgbClr val="0A0B2E"/>
          </a:solidFill>
          <a:ln w="12700">
            <a:solidFill>
              <a:srgbClr val="0A0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$4.2B — TAM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07568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הוצאה שנתית בישראל על שירותי בית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2587752"/>
            <a:ext cx="292608" cy="292608"/>
          </a:xfrm>
          <a:prstGeom prst="ellipse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146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$1.1B — SAM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28986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עבודות קטנות &lt; ₪2,000 (60% מהעירוני)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3410712"/>
            <a:ext cx="292608" cy="292608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37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$85M — SOM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37216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נתח של 5% בגוש דן + השרון עד שנה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התרחבות: ישראל → קפריסין → יוון → פורטוגל. אותו מחסור בכוח אדם, אותה תרבות ואטספ.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מודל עסקי.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חינם ללקוחות. בעלי מקצוע משלמים רק כשהם מקבלים כסף.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0" y="1554480"/>
            <a:ext cx="2926080" cy="2926080"/>
          </a:xfrm>
          <a:prstGeom prst="roundRect">
            <a:avLst>
              <a:gd name="adj" fmla="val 5625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0" y="1737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12%</a:t>
            </a:r>
            <a:endParaRPr lang="en-US" sz="8200" dirty="0"/>
          </a:p>
        </p:txBody>
      </p:sp>
      <p:sp>
        <p:nvSpPr>
          <p:cNvPr id="8" name="Text 6"/>
          <p:cNvSpPr/>
          <p:nvPr/>
        </p:nvSpPr>
        <p:spPr>
          <a:xfrm>
            <a:off x="5760720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עמלה על עבודה שנסגרה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0" y="3291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i="1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משולמת ע"י בעל המקצוע. רק אחרי שהלקוח אישר שהעבודה בוצעה.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5120640" cy="402336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5544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גודל עבודה ממוצע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15544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₪420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5120640" cy="402336"/>
          </a:xfrm>
          <a:prstGeom prst="rect">
            <a:avLst/>
          </a:prstGeom>
          <a:solidFill>
            <a:srgbClr val="FBFA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20116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הכנסה לעבודה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0116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₪50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5120640" cy="402336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24688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ישירה (AI + WA)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24688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₪3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5120640" cy="402336"/>
          </a:xfrm>
          <a:prstGeom prst="rect">
            <a:avLst/>
          </a:prstGeom>
          <a:solidFill>
            <a:srgbClr val="FBFA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29260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תרומה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29260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₪47  (94%)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5120640" cy="402336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33832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(מוקדם)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" y="33832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₪18 / קריאה ראשונה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5120640" cy="402336"/>
          </a:xfrm>
          <a:prstGeom prst="rect">
            <a:avLst/>
          </a:prstGeom>
          <a:solidFill>
            <a:srgbClr val="FBFA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384048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 השקעה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38404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עבודה מוצלחת ראשונה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מי עוד בשוק?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מנצחים בצירים שבאמת חשובים.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292608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1554480"/>
                <a:gridCol w="15544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ai-fixly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ZAP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Fixer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דפי זהב / טלפון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חיכוך הלקוח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לחיצה אחת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טופס + שיחות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טופס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רולטת טלפון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Onboarding לבעל מקצוע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 דבר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הרשמה לדשבורד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התקנת אפליקציה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 דבר (אורגני)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סיווג AI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חלקי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הצעות אנונימיות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זמן להצעה ראשונה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פחות מ-5 דק׳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שעות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30–60 דק׳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שעות/ימים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מה כבר בנינו.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עובד. חי. רץ end-to-end בפרודקשן.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40+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מסכים חיים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+ בעל מקצוע + ניהול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5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260604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שפות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עברית-ראשונה, אנגלית / ערבית / רוסית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14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475488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עדכוני OTA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 Update, איטרציות בשטח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0372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100%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690372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שקיפות לניהול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אירוע עקיב end-to-end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0" y="33832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סינכרון Firestore real-time + תור offline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3832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Cloudflare Worker broker (Twilio, Places, Gemini)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0" y="37490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דשבורד ניהולי: קריאות, בעלי מקצוע, התראות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EAS builds + OTA updates בשחרור שבועי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0" y="41148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Twilio interactive WhatsApp templates (מאושרים)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1148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דפי SEO ציבוריים לגילוי אורגני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63040"/>
            <a:ext cx="9144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b="1" spc="-600" kern="0" dirty="0">
                <a:solidFill>
                  <a:srgbClr val="2D2F6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fixly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הבקשה.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0" y="1325880"/>
            <a:ext cx="9144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0" y="1920240"/>
            <a:ext cx="91440" cy="749808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20240"/>
            <a:ext cx="7818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$1.5M סיד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ראנוויי של 18 חודשים.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0" y="2788920"/>
            <a:ext cx="91440" cy="749808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788920"/>
            <a:ext cx="7818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פיילוט גוש דן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עבודות ראשונות, 200 בעלי מקצוע משלמים.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0" y="3657600"/>
            <a:ext cx="91440" cy="749808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657600"/>
            <a:ext cx="7818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אחר כך שרון + חיפה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" y="40690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עיר חדשה כל רבעון אחרי Product-Market Fit.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roee@ai-fixly.com  ·  ai-fixly-web.pages.dev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ai-fixly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ai-fixly — מצגת משקיעים</dc:title>
  <dc:subject>מצגת משקיעים: מוצר, שוק, טראקשן, בקשה</dc:subject>
  <dc:creator>ai-fixly</dc:creator>
  <cp:lastModifiedBy>ai-fixly</cp:lastModifiedBy>
  <cp:revision>1</cp:revision>
  <dcterms:created xsi:type="dcterms:W3CDTF">2026-04-24T18:58:50Z</dcterms:created>
  <dcterms:modified xsi:type="dcterms:W3CDTF">2026-04-24T18:58:50Z</dcterms:modified>
</cp:coreProperties>
</file>