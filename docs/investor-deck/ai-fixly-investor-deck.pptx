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101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fixly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Uber for home services.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problem. 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the pro. </a:t>
            </a:r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arrive in minutes.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347472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a handyman is broken.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has not changed in 20 years.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996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roulette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5 pros. 3 ignore you. 2 "call back later".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128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pricing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048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until the pro is at your door.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53512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260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Wasted trips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1181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 shows up, cannot do the job, charges a fee.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393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trust signal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8313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Ratings? Good luck. You pick whoever picks up.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417320"/>
            <a:ext cx="3200400" cy="2926080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645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Israelis delay home repairs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finding a reliable pro is too annoying.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research, n=210, 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tap. No forms. We do the rest.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middleman — the customer never fills in a category.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7784" y="1289304"/>
            <a:ext cx="1753819" cy="3364992"/>
          </a:xfrm>
          <a:prstGeom prst="roundRect">
            <a:avLst>
              <a:gd name="adj" fmla="val 11470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\Users\roeea\OneDrive\Documents\Github\ai-fixly\docs\screenshots\mock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1589227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4630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0916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friction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709160" y="1847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two words. That's the whole form.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24688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0916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understands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709160" y="28529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the image, classifies the problem, picks the right pros.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0" y="34747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0916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Quotes in minutes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09160" y="38587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 reaches 10+ local pros in 60 seconds.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side: three screens, done.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74904" y="1197864"/>
            <a:ext cx="1753819" cy="3364992"/>
          </a:xfrm>
          <a:prstGeom prst="roundRect">
            <a:avLst>
              <a:gd name="adj" fmla="val 11470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C:\Users\roeea\OneDrive\Documents\Github\ai-fixly\docs\screenshots\mock-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1589227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4709160"/>
            <a:ext cx="2137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Snap + describe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95160" y="1197864"/>
            <a:ext cx="1753819" cy="3364992"/>
          </a:xfrm>
          <a:prstGeom prst="roundRect">
            <a:avLst>
              <a:gd name="adj" fmla="val 11470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1" descr="C:\Users\roeea\OneDrive\Documents\Github\ai-fixly\docs\screenshots\mock-confi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77456" y="1280160"/>
            <a:ext cx="1589227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03136" y="4709160"/>
            <a:ext cx="2137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Review AI summary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015417" y="1197864"/>
            <a:ext cx="1753819" cy="3364992"/>
          </a:xfrm>
          <a:prstGeom prst="roundRect">
            <a:avLst>
              <a:gd name="adj" fmla="val 11470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C:\Users\roeea\OneDrive\Documents\Github\ai-fixly\docs\screenshots\mock-request-detail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97713" y="1280160"/>
            <a:ext cx="1589227" cy="3200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23393" y="4709160"/>
            <a:ext cx="2137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Compare quotes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side: just WhatsApp.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install. No website to log in to. Zero onboarding cost.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9224" y="1289304"/>
            <a:ext cx="1753819" cy="3364992"/>
          </a:xfrm>
          <a:prstGeom prst="roundRect">
            <a:avLst>
              <a:gd name="adj" fmla="val 11470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\Users\roeea\OneDrive\Documents\Github\ai-fixly\docs\screenshots\mock-whatsapp-ms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1589227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0" y="1463040"/>
            <a:ext cx="73152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34840" y="1463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DM them the job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3484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short AI summary, one-tap "Quote" link.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2212848"/>
            <a:ext cx="73152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reply with a price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34840" y="2505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tap the web form — either works.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06240" y="2962656"/>
            <a:ext cx="73152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29626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parse &amp; anonymise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34840" y="32552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"pro #1 — 350₪ — tomorrow 10am".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0" y="3712464"/>
            <a:ext cx="73152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34840" y="37124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Picked? We reveal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get each other's contact, not before.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product, shipped.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below is running in production on Android / iOS / Web.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1289304"/>
            <a:ext cx="1299362" cy="2450592"/>
          </a:xfrm>
          <a:prstGeom prst="roundRect">
            <a:avLst>
              <a:gd name="adj" fmla="val 15482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\Users\roeea\OneDrive\Documents\Github\ai-fixly\docs\screenshots\mock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3477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794760"/>
            <a:ext cx="1500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793812" y="1289304"/>
            <a:ext cx="1299362" cy="2450592"/>
          </a:xfrm>
          <a:prstGeom prst="roundRect">
            <a:avLst>
              <a:gd name="adj" fmla="val 15482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1" descr="C:\Users\roeea\OneDrive\Documents\Github\ai-fixly\docs\screenshots\mock-my-reques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76108" y="1371600"/>
            <a:ext cx="113477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3228" y="3794760"/>
            <a:ext cx="1500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12719" y="1289304"/>
            <a:ext cx="1299362" cy="2450592"/>
          </a:xfrm>
          <a:prstGeom prst="roundRect">
            <a:avLst>
              <a:gd name="adj" fmla="val 15482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C:\Users\roeea\OneDrive\Documents\Github\ai-fixly\docs\screenshots\mock-confir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95015" y="1371600"/>
            <a:ext cx="113477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12135" y="3794760"/>
            <a:ext cx="1500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confirm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31627" y="1289304"/>
            <a:ext cx="1299362" cy="2450592"/>
          </a:xfrm>
          <a:prstGeom prst="roundRect">
            <a:avLst>
              <a:gd name="adj" fmla="val 15482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3" descr="C:\Users\roeea\OneDrive\Documents\Github\ai-fixly\docs\screenshots\mock-select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3923" y="1371600"/>
            <a:ext cx="113477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31043" y="3794760"/>
            <a:ext cx="1500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pro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050534" y="1289304"/>
            <a:ext cx="1299362" cy="2450592"/>
          </a:xfrm>
          <a:prstGeom prst="roundRect">
            <a:avLst>
              <a:gd name="adj" fmla="val 15482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4" descr="C:\Users\roeea\OneDrive\Documents\Github\ai-fixly\docs\screenshots\mock-provider-quot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32830" y="1371600"/>
            <a:ext cx="1134770" cy="2286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9950" y="3794760"/>
            <a:ext cx="1500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quote form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7469442" y="1289304"/>
            <a:ext cx="1299362" cy="2450592"/>
          </a:xfrm>
          <a:prstGeom prst="roundRect">
            <a:avLst>
              <a:gd name="adj" fmla="val 15482"/>
            </a:avLst>
          </a:prstGeom>
          <a:solidFill>
            <a:srgbClr val="00000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5" descr="C:\Users\roeea\OneDrive\Documents\Github\ai-fixly\docs\screenshots\mock-review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51738" y="1371600"/>
            <a:ext cx="1134770" cy="2286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68858" y="3794760"/>
            <a:ext cx="1500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rating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it's built.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edge-first, zero infra overhead.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— multimodal (image + text).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41732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270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WhatsApp Business API for every pro touch.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73152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24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(edge) — Places search, broadcast, webhooks.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39319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51460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24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+ Auth + Storage.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21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Router, shared web app via Pages.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9319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611880"/>
            <a:ext cx="73152" cy="914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21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event-sourcing, Sentry, admin dashboard.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advantages over every existing player.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provider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asks pros to install, sign up, log in. We use the one app they already open 50× a 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classifies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2011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pick a category. We read the photo and route. Lower drop-off, better matches.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Anonymous quotes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compete on price &amp; availability, not on who's fastest to grab the phone.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flow end-to-end. No copy-paste from ZAP to WhatsApp. No leaks, no fraud.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keeps us up at night.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risks — and how we mitigate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liquidity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41732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city by city. Manual seeding of first 50 pros in each area.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84248"/>
            <a:ext cx="73152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8424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policy risk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198424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pre-approved by Meta. Opt-out baked into every message.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8229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51176"/>
            <a:ext cx="73152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511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Take-rate acceptance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551176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pros at launch — monetise only after we've delivered jobs.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18104"/>
            <a:ext cx="73152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18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misclassification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118104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gate for low-confidence matches.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8229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85032"/>
            <a:ext cx="73152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8503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Low-trust category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685032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+ verified ID for every pro, enforced before detail reveal.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Israeli home services — then the Mediterranean.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00" cy="3017520"/>
          </a:xfrm>
          <a:prstGeom prst="roundRect">
            <a:avLst>
              <a:gd name="adj" fmla="val 3030"/>
            </a:avLst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92024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37744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1600200"/>
            <a:ext cx="274320" cy="274320"/>
          </a:xfrm>
          <a:prstGeom prst="ellipse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— $4.2B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1901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home-services spend (annual)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75120" y="246888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— $1.1B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770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Small-ticket jobs &lt; 2000₪ (60% of urban)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333756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— $85M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36393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capture in Gush Dan + Sharon by Y3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path: IL → Cyprus → Greece → Portugal. Same labour shortage, same WhatsApp culture.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to customers. Pros pay only when they get paid.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926080" cy="3017520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on closed jobs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provider. Only when the customer confirms the job was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463040"/>
            <a:ext cx="50292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463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 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 ₪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1901952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01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job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₪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2340864"/>
            <a:ext cx="50292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340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(AI + WA)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340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2779776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779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7797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₪  (94%)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218688"/>
            <a:ext cx="50292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218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(early)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3218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₪ / first order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365760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657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 successful job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else is in this space?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on the axes that actually matter.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ai-fixly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ZAP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Fixer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Yellow / phone tree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friction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+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roulette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signup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(organic)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categorisation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quotes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bid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Hours/days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already built.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Shipped. Live. Running end-to-end in production.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provider + admin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6032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Hebrew-first, EN / AR / RU 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 shipped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Update, in-market iterations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76656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observability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traced end-to-end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Firestore sync + offline queue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Cloudflare Worker broker (Twilio, Places, Gemini)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38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dashboard: requests, providers, alerts, funnel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538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 builds + OTA updates shipping weekly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922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Twilio interactive WhatsApp templates (approved)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922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SEO pages for discovery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1B44"/>
          </a:solidFill>
          <a:ln w="12700">
            <a:solidFill>
              <a:srgbClr val="101B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87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ai-fixly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01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fixly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 seed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9144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Gush Dan pilot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first jobs, 200 paying pros.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9144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Sharon + Haifa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 per quarter after PMF.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roee@ai-fixly.com  ·  ai-fixly-web.pages.dev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ai-fixly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ai-fixly — Investor Deck</dc:title>
  <dc:subject>Investor deck: product, market, traction, ask</dc:subject>
  <dc:creator>ai-fixly</dc:creator>
  <cp:lastModifiedBy>ai-fixly</cp:lastModifiedBy>
  <cp:revision>1</cp:revision>
  <dcterms:created xsi:type="dcterms:W3CDTF">2026-04-24T18:04:23Z</dcterms:created>
  <dcterms:modified xsi:type="dcterms:W3CDTF">2026-04-24T18:04:23Z</dcterms:modified>
</cp:coreProperties>
</file>